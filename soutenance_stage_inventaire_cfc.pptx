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88952" cy="2560320"/>
          </a:xfrm>
          <a:prstGeom prst="rect">
            <a:avLst/>
          </a:prstGeom>
          <a:solidFill>
            <a:srgbClr val="26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D4E3"/>
                </a:solidFill>
              </a:rPr>
              <a:t>PRÉSENTATION DE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Conception &amp; Développement d'une
Application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E8C2"/>
                </a:solidFill>
              </a:rPr>
              <a:t>Gestion de l'Inventaire Physique — CFC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29200"/>
            <a:ext cx="9445752" cy="45720"/>
          </a:xfrm>
          <a:prstGeom prst="rect">
            <a:avLst/>
          </a:prstGeom>
          <a:solidFill>
            <a:srgbClr val="4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D4E3"/>
                </a:solidFill>
              </a:rPr>
              <a:t>Réalisé par : Kenza OUDALI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D4E3"/>
                </a:solidFill>
              </a:rPr>
              <a:t>Encadrante : Mme Laila MAADIR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66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D4E3"/>
                </a:solidFill>
              </a:rPr>
              <a:t>Année universitaire 2025/2026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532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B0D4E3"/>
                </a:solidFill>
              </a:rPr>
              <a:t>CFC — Casablanca  |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01 — Introduction &amp;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02 — Présentation de l'organisme d'accueil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03 — Problématique &amp; Objectifs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04 — Déroulement du stage (Diagramme de Gantt)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05 — Conception du système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7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06 — Architecture &amp;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07 — Réalisation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08 — Conclusion &amp; Perspectives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Stage de fin d'études — Licence 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Durée : [durée du stage] — CFC Audit, Ingénierie &amp; Consulting, Casablanca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Contexte général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La gestion manuelle de l'inventaire physique est source d'erreurs,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44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▸ de pertes de temps et de manque de traçabilité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47287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133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Comment digitaliser et automatiser l'inventaire physique des biens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▸ d'une entreprise de façon fiable, mobile et accessible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Présentation de l'Organisme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CFC — Audit, Ingénierie &amp; Consulting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Siège : Casablanca, Maroc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Secteur : Audit, conseil, ingénierie informatique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78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Missions principales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Audit financier et organisationnel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Conseil en systèmes d'information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Ingénierie et développement de solutions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970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Environnement technique existant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Gestion d'inventaire actuellement réalisée sur papier /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Besoin d'une solution mobile moderne et connectée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Problématique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Problèmes identifiés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Saisie manuelle longue et sujette aux erreurs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Pas de traçabilité en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Aucune solution mobile sur le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Difficulté à identifier les biens rapidement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Exports et rapports chronophages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Objectifs du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Application Android connectée au 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Scan QR code / code-barres automatique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Reconnaissance IA des 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Import de classeur Excel (données initiales)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Export Excel &amp; PDF des états d'inventaire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Panneau d'administration des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Déroulement du Stage — Diagramme de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1 — Analyse &amp; Spécification  (Semaines 1–2)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Étude de l'existant, recueil des besoins, rédaction du cahier des charges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2 — Conception  (Semaines 3–4)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Diagrammes UML : cas d'utilisation, séquence,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Maquettage des interfaces (wireframes)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65575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3 — Développement Backend  (Semaines 5–7)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96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API REST Spring Boot · Base de données · Authentification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4 — Développement Mobile  (Semaines 8–11)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65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Application Android (Java) · Retrofit · ZXing · Gemini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39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5 — Tests &amp; Déploiement  (Semaines 12–13)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Tests unitaires, intégration, recette utilisateur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Phase 6 — Rédaction du rapport  (Semaine 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Conception — Acteurs du 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Acteurs principaux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Agent d'inventaire — saisit, scanne, photographie les biens sur le terrain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Administrateur — gère les agents, importe les données, consulte les états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1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Système IA (Gemini) — identifie automatiquement les biens par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44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Cas d'utilisation principaux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S'authentifier (login / JWT)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Consulter et modifier l'inventaire (Équipements &amp; Autres)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Scanner un QR code ou code-barres pour accéder à une fiche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25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Prendre une photo et l'analyser avec l'IA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914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Importer un classeur Excel (données initiales)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572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Exporter les états en Excel ou PDF · Partager par email/WhatsApp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29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Gérer les agents (ajout, suppression, mot de passe)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Conception — Diagrammes UML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Diagramme de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InventEquipement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InventAutres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Agent / Activite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SessionManager (JWT)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ApiService (Retrofit)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Diagramme de séquence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05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Connexion → Token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9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Scan → Recherche API → Fiche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73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Photo → Gemini → Résultat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Diagramme de cas d'utilisation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Acteur :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Acteur : Administrateur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Include : Authentification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Extend : Scan /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Diagramme d'activité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Flux : Import Excel →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105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Flux : Inventaire terrain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89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Flux : Export &amp; Partage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Globale du Système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Couche Mobile (Android)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Java · Retrofit2 · ZXing · Gemini AI API · FileProvider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Couche Backend (Serveur entreprise)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Spring Boot (Java) · API REST ·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Base de données relationnelle · Gestion fichiers (photos, Excel)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65575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Couche Web (Interface administrateur)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96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Interface web complémentaire pour la gestion centralisée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365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HTTPS · JSON · Authentification Bearer Token (JWT)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23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Upload multipart (photos) · Download fichiers (Excel / PDF)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052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[ Voir figure : Architecture complète ci-après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 Technique Complète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743200" cy="3200400"/>
          </a:xfrm>
          <a:prstGeom prst="rect">
            <a:avLst/>
          </a:prstGeom>
          <a:solidFill>
            <a:srgbClr val="5A91A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📱 APPLICATION
ANDROID
Java
Retrofit2
ZXing
Gemini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200400" cy="1097280"/>
          </a:xfrm>
          <a:prstGeom prst="rect">
            <a:avLst/>
          </a:prstGeom>
          <a:solidFill>
            <a:srgbClr val="266F8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🔐 Auth JWT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743200"/>
            <a:ext cx="3200400" cy="1097280"/>
          </a:xfrm>
          <a:prstGeom prst="rect">
            <a:avLst/>
          </a:prstGeom>
          <a:solidFill>
            <a:srgbClr val="266F8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📦 API REST
Spring Boot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114800"/>
            <a:ext cx="3200400" cy="1097280"/>
          </a:xfrm>
          <a:prstGeom prst="rect">
            <a:avLst/>
          </a:prstGeom>
          <a:solidFill>
            <a:srgbClr val="266F8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🗄️ Base de données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828800"/>
            <a:ext cx="3017520" cy="1371600"/>
          </a:xfrm>
          <a:prstGeom prst="rect">
            <a:avLst/>
          </a:prstGeom>
          <a:solidFill>
            <a:srgbClr val="6187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🌐 Interface Web
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3017520" cy="1371600"/>
          </a:xfrm>
          <a:prstGeom prst="rect">
            <a:avLst/>
          </a:prstGeom>
          <a:solidFill>
            <a:srgbClr val="7B3F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🤖 Gemini AI
(Google)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4E79"/>
                </a:solidFill>
              </a:rPr>
              <a:t>⟷  HTTPS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86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4E79"/>
                </a:solidFill>
              </a:rPr>
              <a:t>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114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4E79"/>
                </a:solidFill>
              </a:rPr>
              <a:t>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Java Spring Boot — API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JWT — Authentification sécurisée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JPA / Hibernate —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Apache POI — Génération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MySQL /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05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HTML · CSS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97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Thymeleaf / Angular (interface admin)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6F8E"/>
                </a:solidFill>
              </a:rPr>
              <a:t> Mobile (Android)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801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Java — Langage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Retrofit2 + OkHttp — Appels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9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ZXing — Scan QR / Code-barres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53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Gemini AI API — Reconnaissance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Material Design 3 — UI/UX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21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FileProvider — Partage fichiers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105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4E79"/>
                </a:solidFill>
              </a:rPr>
              <a:t>▶ SharedPreferences — Session 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Réalisation — Authentification &amp;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Écran de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Login + mot de passe · Validation JWT · Redirection selon rôle (Admin / 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Tableau de bord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4 tuiles : Inventaire Équipements · Inventaire Autres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États &amp; Export · Administration (visible Admin uniquement)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Bandeau Bonjour [Prénom Nom] · Bouton déconnexion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[ Insérer captures d'écran : Login + Dashboard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Réalisation — Inventaire &amp;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Liste des équipements / autres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RecyclerView avec carte par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Recherche en temps réel · Filtre par état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78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Fiche détail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Tous les champs éditables · Spinner État &amp; Validé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Date/heure inventaire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Prise de photo (caméra ou galerie)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Bouton Sauvegarder · Bouton Supprimer (header)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628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Scanner QR code / Code-barres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ZXing : scan via caméra → fiche s'ouvre automatiquement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Recherche par CAB si code simple · JSON structuré si QR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155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[ Insérer captures : Liste · Fiche détail · Scanner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Réalisation — Reconnaissance IA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Reconnaissance IA (Gemini)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Photo prise ou importée depuis galerie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Envoi à l'API Gemini · Retour : type de bien +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1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Utilisation du résultat pour pré-remplir une nouvelle fiche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44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Export &amp; Partage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Export Excel (.xlsx) : Équipements, Autres, État récapitulatif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Export PDF : rapport par catégorie et rapport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Dialogue de partage natif Android (email, WhatsApp, Drive…)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628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Administration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Liste des agents · Dialogue détail : infos, mot de passe, activités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Ajout / Suppression d'agent · Changer mot de passe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Import de classeur Excel pour initialiser l'inventaire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813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[ Insérer captures : IA · Export · Admin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64008" cy="576072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Bilan du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Application Android fonctionnelle et déployable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56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Toutes les fonctionnalités clés livrées et testées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1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Expérience complète : analyse → conception → développement →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44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Compétences acquises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8415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Développement Android (Java, Material Design, Architecture REST)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4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Intégration d'une IA dans une app mobile (Gemini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599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Travail en équipe, gestion de projet, communication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628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Perspectives d'amélioration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Synchronisation hors-ligne (mode offline avec Room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Notifications push pour les alertes d'inventaire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Tableau de bord statistique avec graphiques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E79"/>
                </a:solidFill>
              </a:rPr>
              <a:t>▶ Version iOS de l'application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61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88952" cy="1645920"/>
          </a:xfrm>
          <a:prstGeom prst="rect">
            <a:avLst/>
          </a:prstGeom>
          <a:solidFill>
            <a:srgbClr val="266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4E8C2"/>
                </a:solidFill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0A0B0"/>
                </a:solidFill>
              </a:rPr>
              <a:t>Kenza OUDALI — Stage CFC Audit, Ingénierie &amp; Consulting —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